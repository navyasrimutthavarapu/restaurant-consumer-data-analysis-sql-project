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1" r:id="rId4"/>
    <p:sldId id="263" r:id="rId5"/>
    <p:sldId id="266" r:id="rId6"/>
    <p:sldId id="267" r:id="rId7"/>
    <p:sldId id="265" r:id="rId8"/>
    <p:sldId id="264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59" r:id="rId32"/>
  </p:sldIdLst>
  <p:sldSz cx="12192000" cy="6858000"/>
  <p:notesSz cx="6858000" cy="9144000"/>
  <p:embeddedFontLst>
    <p:embeddedFont>
      <p:font typeface="Libre Baskerville" panose="02000000000000000000" pitchFamily="2" charset="0"/>
      <p:regular r:id="rId34"/>
      <p:bold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C39A4-8DF6-4768-AA4F-D814CDA6F67C}" v="3" dt="2026-02-01T06:37:07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54" autoAdjust="0"/>
  </p:normalViewPr>
  <p:slideViewPr>
    <p:cSldViewPr snapToGrid="0">
      <p:cViewPr varScale="1">
        <p:scale>
          <a:sx n="72" d="100"/>
          <a:sy n="7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.NAVYA SRI CHOWDARY" userId="ad5ba244b08f27bc" providerId="LiveId" clId="{5BA1B510-6D02-4D7E-AACD-A2BB52950E9E}"/>
    <pc:docChg chg="undo redo custSel addSld delSld modSld sldOrd">
      <pc:chgData name="M.NAVYA SRI CHOWDARY" userId="ad5ba244b08f27bc" providerId="LiveId" clId="{5BA1B510-6D02-4D7E-AACD-A2BB52950E9E}" dt="2026-02-01T07:01:04.611" v="1902" actId="14100"/>
      <pc:docMkLst>
        <pc:docMk/>
      </pc:docMkLst>
      <pc:sldChg chg="modSp mod">
        <pc:chgData name="M.NAVYA SRI CHOWDARY" userId="ad5ba244b08f27bc" providerId="LiveId" clId="{5BA1B510-6D02-4D7E-AACD-A2BB52950E9E}" dt="2026-02-01T07:00:21.182" v="1896" actId="20577"/>
        <pc:sldMkLst>
          <pc:docMk/>
          <pc:sldMk cId="0" sldId="256"/>
        </pc:sldMkLst>
        <pc:spChg chg="mod">
          <ac:chgData name="M.NAVYA SRI CHOWDARY" userId="ad5ba244b08f27bc" providerId="LiveId" clId="{5BA1B510-6D02-4D7E-AACD-A2BB52950E9E}" dt="2026-02-01T07:00:21.182" v="1896" actId="20577"/>
          <ac:spMkLst>
            <pc:docMk/>
            <pc:sldMk cId="0" sldId="256"/>
            <ac:spMk id="3" creationId="{A9C3401B-68F2-223F-8975-CCBD0CDB39C4}"/>
          </ac:spMkLst>
        </pc:spChg>
      </pc:sldChg>
      <pc:sldChg chg="addSp delSp modSp mod">
        <pc:chgData name="M.NAVYA SRI CHOWDARY" userId="ad5ba244b08f27bc" providerId="LiveId" clId="{5BA1B510-6D02-4D7E-AACD-A2BB52950E9E}" dt="2026-02-01T07:01:04.611" v="1902" actId="14100"/>
        <pc:sldMkLst>
          <pc:docMk/>
          <pc:sldMk cId="3884100861" sldId="264"/>
        </pc:sldMkLst>
        <pc:spChg chg="del mod">
          <ac:chgData name="M.NAVYA SRI CHOWDARY" userId="ad5ba244b08f27bc" providerId="LiveId" clId="{5BA1B510-6D02-4D7E-AACD-A2BB52950E9E}" dt="2026-02-01T07:00:52.042" v="1898" actId="21"/>
          <ac:spMkLst>
            <pc:docMk/>
            <pc:sldMk cId="3884100861" sldId="264"/>
            <ac:spMk id="3" creationId="{68A78E7C-AF8C-4BD9-A009-D3B14A3BAADF}"/>
          </ac:spMkLst>
        </pc:spChg>
        <pc:picChg chg="add mod">
          <ac:chgData name="M.NAVYA SRI CHOWDARY" userId="ad5ba244b08f27bc" providerId="LiveId" clId="{5BA1B510-6D02-4D7E-AACD-A2BB52950E9E}" dt="2026-02-01T07:00:58.625" v="1900" actId="14100"/>
          <ac:picMkLst>
            <pc:docMk/>
            <pc:sldMk cId="3884100861" sldId="264"/>
            <ac:picMk id="4" creationId="{4A7C1742-F16F-823B-A4E0-DCF9584B9FEB}"/>
          </ac:picMkLst>
        </pc:picChg>
        <pc:picChg chg="mod">
          <ac:chgData name="M.NAVYA SRI CHOWDARY" userId="ad5ba244b08f27bc" providerId="LiveId" clId="{5BA1B510-6D02-4D7E-AACD-A2BB52950E9E}" dt="2026-02-01T07:01:04.611" v="1902" actId="14100"/>
          <ac:picMkLst>
            <pc:docMk/>
            <pc:sldMk cId="3884100861" sldId="264"/>
            <ac:picMk id="7" creationId="{B7FE7CAC-A267-F532-395E-F3E52684452E}"/>
          </ac:picMkLst>
        </pc:picChg>
      </pc:sldChg>
      <pc:sldChg chg="addSp modSp mod">
        <pc:chgData name="M.NAVYA SRI CHOWDARY" userId="ad5ba244b08f27bc" providerId="LiveId" clId="{5BA1B510-6D02-4D7E-AACD-A2BB52950E9E}" dt="2026-02-01T06:08:10.224" v="1357" actId="14100"/>
        <pc:sldMkLst>
          <pc:docMk/>
          <pc:sldMk cId="3001450032" sldId="265"/>
        </pc:sldMkLst>
        <pc:spChg chg="mod">
          <ac:chgData name="M.NAVYA SRI CHOWDARY" userId="ad5ba244b08f27bc" providerId="LiveId" clId="{5BA1B510-6D02-4D7E-AACD-A2BB52950E9E}" dt="2026-02-01T06:08:00.304" v="1355" actId="20577"/>
          <ac:spMkLst>
            <pc:docMk/>
            <pc:sldMk cId="3001450032" sldId="265"/>
            <ac:spMk id="3" creationId="{3FD4C042-C919-4C18-0341-B0D348A87825}"/>
          </ac:spMkLst>
        </pc:spChg>
        <pc:picChg chg="add mod">
          <ac:chgData name="M.NAVYA SRI CHOWDARY" userId="ad5ba244b08f27bc" providerId="LiveId" clId="{5BA1B510-6D02-4D7E-AACD-A2BB52950E9E}" dt="2026-02-01T06:08:10.224" v="1357" actId="14100"/>
          <ac:picMkLst>
            <pc:docMk/>
            <pc:sldMk cId="3001450032" sldId="265"/>
            <ac:picMk id="6" creationId="{FC7E78C1-3563-A7E0-7DAC-AC216938B182}"/>
          </ac:picMkLst>
        </pc:picChg>
      </pc:sldChg>
      <pc:sldChg chg="addSp delSp modSp mod">
        <pc:chgData name="M.NAVYA SRI CHOWDARY" userId="ad5ba244b08f27bc" providerId="LiveId" clId="{5BA1B510-6D02-4D7E-AACD-A2BB52950E9E}" dt="2026-02-01T06:17:08.396" v="1440" actId="1076"/>
        <pc:sldMkLst>
          <pc:docMk/>
          <pc:sldMk cId="1977815743" sldId="268"/>
        </pc:sldMkLst>
        <pc:spChg chg="del mod">
          <ac:chgData name="M.NAVYA SRI CHOWDARY" userId="ad5ba244b08f27bc" providerId="LiveId" clId="{5BA1B510-6D02-4D7E-AACD-A2BB52950E9E}" dt="2026-02-01T06:12:14.218" v="1424" actId="21"/>
          <ac:spMkLst>
            <pc:docMk/>
            <pc:sldMk cId="1977815743" sldId="268"/>
            <ac:spMk id="3" creationId="{97D0529C-5CCC-1CF4-73AD-3C98A28199DD}"/>
          </ac:spMkLst>
        </pc:spChg>
        <pc:spChg chg="del mod">
          <ac:chgData name="M.NAVYA SRI CHOWDARY" userId="ad5ba244b08f27bc" providerId="LiveId" clId="{5BA1B510-6D02-4D7E-AACD-A2BB52950E9E}" dt="2026-02-01T06:16:08.494" v="1433" actId="21"/>
          <ac:spMkLst>
            <pc:docMk/>
            <pc:sldMk cId="1977815743" sldId="268"/>
            <ac:spMk id="7" creationId="{60DC33F0-8A6D-DA96-1DB9-EF4458ADE73D}"/>
          </ac:spMkLst>
        </pc:spChg>
        <pc:spChg chg="add del mod">
          <ac:chgData name="M.NAVYA SRI CHOWDARY" userId="ad5ba244b08f27bc" providerId="LiveId" clId="{5BA1B510-6D02-4D7E-AACD-A2BB52950E9E}" dt="2026-02-01T06:16:00.097" v="1430" actId="21"/>
          <ac:spMkLst>
            <pc:docMk/>
            <pc:sldMk cId="1977815743" sldId="268"/>
            <ac:spMk id="11" creationId="{6A409FB5-BEA7-5BAC-19D9-99A239A1EDC1}"/>
          </ac:spMkLst>
        </pc:spChg>
        <pc:picChg chg="mod">
          <ac:chgData name="M.NAVYA SRI CHOWDARY" userId="ad5ba244b08f27bc" providerId="LiveId" clId="{5BA1B510-6D02-4D7E-AACD-A2BB52950E9E}" dt="2026-02-01T06:16:30.564" v="1438" actId="1076"/>
          <ac:picMkLst>
            <pc:docMk/>
            <pc:sldMk cId="1977815743" sldId="268"/>
            <ac:picMk id="5" creationId="{CB617AA4-8567-7A35-F314-01343176267D}"/>
          </ac:picMkLst>
        </pc:picChg>
        <pc:picChg chg="mod">
          <ac:chgData name="M.NAVYA SRI CHOWDARY" userId="ad5ba244b08f27bc" providerId="LiveId" clId="{5BA1B510-6D02-4D7E-AACD-A2BB52950E9E}" dt="2026-02-01T06:16:32.596" v="1439" actId="1076"/>
          <ac:picMkLst>
            <pc:docMk/>
            <pc:sldMk cId="1977815743" sldId="268"/>
            <ac:picMk id="6" creationId="{998A9785-04DF-CD27-8E40-162B83AEA978}"/>
          </ac:picMkLst>
        </pc:picChg>
        <pc:picChg chg="add mod">
          <ac:chgData name="M.NAVYA SRI CHOWDARY" userId="ad5ba244b08f27bc" providerId="LiveId" clId="{5BA1B510-6D02-4D7E-AACD-A2BB52950E9E}" dt="2026-02-01T06:16:25.391" v="1437" actId="1076"/>
          <ac:picMkLst>
            <pc:docMk/>
            <pc:sldMk cId="1977815743" sldId="268"/>
            <ac:picMk id="8" creationId="{B9331D8E-71B6-89BD-1C0F-AC507E7A95E8}"/>
          </ac:picMkLst>
        </pc:picChg>
        <pc:picChg chg="add mod">
          <ac:chgData name="M.NAVYA SRI CHOWDARY" userId="ad5ba244b08f27bc" providerId="LiveId" clId="{5BA1B510-6D02-4D7E-AACD-A2BB52950E9E}" dt="2026-02-01T06:17:08.396" v="1440" actId="1076"/>
          <ac:picMkLst>
            <pc:docMk/>
            <pc:sldMk cId="1977815743" sldId="268"/>
            <ac:picMk id="13" creationId="{C54B1BD9-00ED-BA1B-B004-071C25F59D59}"/>
          </ac:picMkLst>
        </pc:picChg>
      </pc:sldChg>
      <pc:sldChg chg="addSp modSp mod">
        <pc:chgData name="M.NAVYA SRI CHOWDARY" userId="ad5ba244b08f27bc" providerId="LiveId" clId="{5BA1B510-6D02-4D7E-AACD-A2BB52950E9E}" dt="2026-02-01T06:20:26.444" v="1458" actId="14100"/>
        <pc:sldMkLst>
          <pc:docMk/>
          <pc:sldMk cId="999791553" sldId="269"/>
        </pc:sldMkLst>
        <pc:spChg chg="mod">
          <ac:chgData name="M.NAVYA SRI CHOWDARY" userId="ad5ba244b08f27bc" providerId="LiveId" clId="{5BA1B510-6D02-4D7E-AACD-A2BB52950E9E}" dt="2026-02-01T06:20:08.442" v="1455" actId="1076"/>
          <ac:spMkLst>
            <pc:docMk/>
            <pc:sldMk cId="999791553" sldId="269"/>
            <ac:spMk id="2" creationId="{B0CD646F-FFD8-0240-246C-F040BEBB7CB2}"/>
          </ac:spMkLst>
        </pc:spChg>
        <pc:spChg chg="mod">
          <ac:chgData name="M.NAVYA SRI CHOWDARY" userId="ad5ba244b08f27bc" providerId="LiveId" clId="{5BA1B510-6D02-4D7E-AACD-A2BB52950E9E}" dt="2026-02-01T06:20:17.135" v="1456" actId="1076"/>
          <ac:spMkLst>
            <pc:docMk/>
            <pc:sldMk cId="999791553" sldId="269"/>
            <ac:spMk id="3" creationId="{A638443D-7B6B-23C2-7D9C-11DFDF612486}"/>
          </ac:spMkLst>
        </pc:spChg>
        <pc:picChg chg="mod">
          <ac:chgData name="M.NAVYA SRI CHOWDARY" userId="ad5ba244b08f27bc" providerId="LiveId" clId="{5BA1B510-6D02-4D7E-AACD-A2BB52950E9E}" dt="2026-02-01T06:19:44.902" v="1452" actId="1076"/>
          <ac:picMkLst>
            <pc:docMk/>
            <pc:sldMk cId="999791553" sldId="269"/>
            <ac:picMk id="5" creationId="{8F3605FB-8DAC-DC3F-CE72-D2F95391CA6F}"/>
          </ac:picMkLst>
        </pc:picChg>
        <pc:picChg chg="add mod">
          <ac:chgData name="M.NAVYA SRI CHOWDARY" userId="ad5ba244b08f27bc" providerId="LiveId" clId="{5BA1B510-6D02-4D7E-AACD-A2BB52950E9E}" dt="2026-02-01T06:20:26.444" v="1458" actId="14100"/>
          <ac:picMkLst>
            <pc:docMk/>
            <pc:sldMk cId="999791553" sldId="269"/>
            <ac:picMk id="6" creationId="{5402C5DD-CA7A-EC3F-0E59-36E968DD943A}"/>
          </ac:picMkLst>
        </pc:picChg>
      </pc:sldChg>
      <pc:sldChg chg="addSp modSp mod">
        <pc:chgData name="M.NAVYA SRI CHOWDARY" userId="ad5ba244b08f27bc" providerId="LiveId" clId="{5BA1B510-6D02-4D7E-AACD-A2BB52950E9E}" dt="2026-02-01T06:25:56.805" v="1659" actId="1076"/>
        <pc:sldMkLst>
          <pc:docMk/>
          <pc:sldMk cId="3017009349" sldId="270"/>
        </pc:sldMkLst>
        <pc:spChg chg="mod">
          <ac:chgData name="M.NAVYA SRI CHOWDARY" userId="ad5ba244b08f27bc" providerId="LiveId" clId="{5BA1B510-6D02-4D7E-AACD-A2BB52950E9E}" dt="2026-02-01T06:25:21.453" v="1649" actId="20577"/>
          <ac:spMkLst>
            <pc:docMk/>
            <pc:sldMk cId="3017009349" sldId="270"/>
            <ac:spMk id="3" creationId="{B30FF734-7CA8-6045-6BBB-5A2DC0C4BBD7}"/>
          </ac:spMkLst>
        </pc:spChg>
        <pc:picChg chg="add mod">
          <ac:chgData name="M.NAVYA SRI CHOWDARY" userId="ad5ba244b08f27bc" providerId="LiveId" clId="{5BA1B510-6D02-4D7E-AACD-A2BB52950E9E}" dt="2026-02-01T06:25:54.724" v="1658" actId="1076"/>
          <ac:picMkLst>
            <pc:docMk/>
            <pc:sldMk cId="3017009349" sldId="270"/>
            <ac:picMk id="4" creationId="{308DE806-5A95-6D38-68E7-BCFE5522C2FF}"/>
          </ac:picMkLst>
        </pc:picChg>
        <pc:picChg chg="mod">
          <ac:chgData name="M.NAVYA SRI CHOWDARY" userId="ad5ba244b08f27bc" providerId="LiveId" clId="{5BA1B510-6D02-4D7E-AACD-A2BB52950E9E}" dt="2026-02-01T06:25:56.805" v="1659" actId="1076"/>
          <ac:picMkLst>
            <pc:docMk/>
            <pc:sldMk cId="3017009349" sldId="270"/>
            <ac:picMk id="5" creationId="{52D2C8DC-126C-83DE-9570-1821F61FC11C}"/>
          </ac:picMkLst>
        </pc:picChg>
      </pc:sldChg>
      <pc:sldChg chg="addSp modSp mod">
        <pc:chgData name="M.NAVYA SRI CHOWDARY" userId="ad5ba244b08f27bc" providerId="LiveId" clId="{5BA1B510-6D02-4D7E-AACD-A2BB52950E9E}" dt="2026-02-01T06:27:33.786" v="1674" actId="1076"/>
        <pc:sldMkLst>
          <pc:docMk/>
          <pc:sldMk cId="2399480037" sldId="272"/>
        </pc:sldMkLst>
        <pc:spChg chg="mod">
          <ac:chgData name="M.NAVYA SRI CHOWDARY" userId="ad5ba244b08f27bc" providerId="LiveId" clId="{5BA1B510-6D02-4D7E-AACD-A2BB52950E9E}" dt="2026-02-01T06:27:33.786" v="1674" actId="1076"/>
          <ac:spMkLst>
            <pc:docMk/>
            <pc:sldMk cId="2399480037" sldId="272"/>
            <ac:spMk id="2" creationId="{F8DA0B42-3826-CA44-D878-E1486378F8D7}"/>
          </ac:spMkLst>
        </pc:spChg>
        <pc:picChg chg="add mod">
          <ac:chgData name="M.NAVYA SRI CHOWDARY" userId="ad5ba244b08f27bc" providerId="LiveId" clId="{5BA1B510-6D02-4D7E-AACD-A2BB52950E9E}" dt="2026-02-01T06:27:26.732" v="1672" actId="14100"/>
          <ac:picMkLst>
            <pc:docMk/>
            <pc:sldMk cId="2399480037" sldId="272"/>
            <ac:picMk id="4" creationId="{9FADAD60-648B-DBA6-34A3-74DC190B717C}"/>
          </ac:picMkLst>
        </pc:picChg>
        <pc:picChg chg="mod">
          <ac:chgData name="M.NAVYA SRI CHOWDARY" userId="ad5ba244b08f27bc" providerId="LiveId" clId="{5BA1B510-6D02-4D7E-AACD-A2BB52950E9E}" dt="2026-02-01T06:27:28.672" v="1673" actId="1076"/>
          <ac:picMkLst>
            <pc:docMk/>
            <pc:sldMk cId="2399480037" sldId="272"/>
            <ac:picMk id="6" creationId="{B757C4C4-AD1F-3D02-8CE6-CFE0D0FC0267}"/>
          </ac:picMkLst>
        </pc:picChg>
      </pc:sldChg>
      <pc:sldChg chg="addSp modSp mod">
        <pc:chgData name="M.NAVYA SRI CHOWDARY" userId="ad5ba244b08f27bc" providerId="LiveId" clId="{5BA1B510-6D02-4D7E-AACD-A2BB52950E9E}" dt="2026-02-01T06:29:13.835" v="1687" actId="1076"/>
        <pc:sldMkLst>
          <pc:docMk/>
          <pc:sldMk cId="2166623578" sldId="273"/>
        </pc:sldMkLst>
        <pc:spChg chg="mod">
          <ac:chgData name="M.NAVYA SRI CHOWDARY" userId="ad5ba244b08f27bc" providerId="LiveId" clId="{5BA1B510-6D02-4D7E-AACD-A2BB52950E9E}" dt="2026-02-01T06:28:51.821" v="1681" actId="1076"/>
          <ac:spMkLst>
            <pc:docMk/>
            <pc:sldMk cId="2166623578" sldId="273"/>
            <ac:spMk id="2" creationId="{A2F376EC-9396-F6D8-E27C-B7AAED2AC6CA}"/>
          </ac:spMkLst>
        </pc:spChg>
        <pc:picChg chg="mod">
          <ac:chgData name="M.NAVYA SRI CHOWDARY" userId="ad5ba244b08f27bc" providerId="LiveId" clId="{5BA1B510-6D02-4D7E-AACD-A2BB52950E9E}" dt="2026-02-01T06:29:13.835" v="1687" actId="1076"/>
          <ac:picMkLst>
            <pc:docMk/>
            <pc:sldMk cId="2166623578" sldId="273"/>
            <ac:picMk id="4" creationId="{261BFDF2-9ADB-0270-B309-4CAFF0D28CD0}"/>
          </ac:picMkLst>
        </pc:picChg>
        <pc:picChg chg="add mod">
          <ac:chgData name="M.NAVYA SRI CHOWDARY" userId="ad5ba244b08f27bc" providerId="LiveId" clId="{5BA1B510-6D02-4D7E-AACD-A2BB52950E9E}" dt="2026-02-01T06:29:02.274" v="1685" actId="14100"/>
          <ac:picMkLst>
            <pc:docMk/>
            <pc:sldMk cId="2166623578" sldId="273"/>
            <ac:picMk id="5" creationId="{5BB59DBC-9392-B369-05E4-2EDA2A04202D}"/>
          </ac:picMkLst>
        </pc:picChg>
      </pc:sldChg>
      <pc:sldChg chg="addSp modSp mod">
        <pc:chgData name="M.NAVYA SRI CHOWDARY" userId="ad5ba244b08f27bc" providerId="LiveId" clId="{5BA1B510-6D02-4D7E-AACD-A2BB52950E9E}" dt="2026-02-01T06:31:20.377" v="1700" actId="1076"/>
        <pc:sldMkLst>
          <pc:docMk/>
          <pc:sldMk cId="327477149" sldId="274"/>
        </pc:sldMkLst>
        <pc:spChg chg="mod">
          <ac:chgData name="M.NAVYA SRI CHOWDARY" userId="ad5ba244b08f27bc" providerId="LiveId" clId="{5BA1B510-6D02-4D7E-AACD-A2BB52950E9E}" dt="2026-02-01T06:30:15.387" v="1690" actId="27636"/>
          <ac:spMkLst>
            <pc:docMk/>
            <pc:sldMk cId="327477149" sldId="274"/>
            <ac:spMk id="2" creationId="{5DBD1FFD-2D14-4758-075E-4416C970DE2D}"/>
          </ac:spMkLst>
        </pc:spChg>
        <pc:picChg chg="mod">
          <ac:chgData name="M.NAVYA SRI CHOWDARY" userId="ad5ba244b08f27bc" providerId="LiveId" clId="{5BA1B510-6D02-4D7E-AACD-A2BB52950E9E}" dt="2026-02-01T06:31:13.478" v="1698" actId="1076"/>
          <ac:picMkLst>
            <pc:docMk/>
            <pc:sldMk cId="327477149" sldId="274"/>
            <ac:picMk id="4" creationId="{EAC45921-FA18-2C64-CC82-E36602AA8685}"/>
          </ac:picMkLst>
        </pc:picChg>
        <pc:picChg chg="add mod">
          <ac:chgData name="M.NAVYA SRI CHOWDARY" userId="ad5ba244b08f27bc" providerId="LiveId" clId="{5BA1B510-6D02-4D7E-AACD-A2BB52950E9E}" dt="2026-02-01T06:31:20.377" v="1700" actId="1076"/>
          <ac:picMkLst>
            <pc:docMk/>
            <pc:sldMk cId="327477149" sldId="274"/>
            <ac:picMk id="5" creationId="{2E44DD47-2CF5-EC03-8922-145C064E822F}"/>
          </ac:picMkLst>
        </pc:picChg>
      </pc:sldChg>
      <pc:sldChg chg="addSp modSp mod">
        <pc:chgData name="M.NAVYA SRI CHOWDARY" userId="ad5ba244b08f27bc" providerId="LiveId" clId="{5BA1B510-6D02-4D7E-AACD-A2BB52950E9E}" dt="2026-02-01T06:34:05.348" v="1711" actId="14100"/>
        <pc:sldMkLst>
          <pc:docMk/>
          <pc:sldMk cId="4000051844" sldId="275"/>
        </pc:sldMkLst>
        <pc:spChg chg="mod">
          <ac:chgData name="M.NAVYA SRI CHOWDARY" userId="ad5ba244b08f27bc" providerId="LiveId" clId="{5BA1B510-6D02-4D7E-AACD-A2BB52950E9E}" dt="2026-02-01T06:33:28.496" v="1704" actId="14100"/>
          <ac:spMkLst>
            <pc:docMk/>
            <pc:sldMk cId="4000051844" sldId="275"/>
            <ac:spMk id="2" creationId="{9B968719-7808-FFFD-D0E6-761E7D53A950}"/>
          </ac:spMkLst>
        </pc:spChg>
        <pc:picChg chg="mod">
          <ac:chgData name="M.NAVYA SRI CHOWDARY" userId="ad5ba244b08f27bc" providerId="LiveId" clId="{5BA1B510-6D02-4D7E-AACD-A2BB52950E9E}" dt="2026-02-01T06:33:58.066" v="1710" actId="1076"/>
          <ac:picMkLst>
            <pc:docMk/>
            <pc:sldMk cId="4000051844" sldId="275"/>
            <ac:picMk id="4" creationId="{3EE540D8-831B-F62E-05F0-1FA3969BA079}"/>
          </ac:picMkLst>
        </pc:picChg>
        <pc:picChg chg="add mod">
          <ac:chgData name="M.NAVYA SRI CHOWDARY" userId="ad5ba244b08f27bc" providerId="LiveId" clId="{5BA1B510-6D02-4D7E-AACD-A2BB52950E9E}" dt="2026-02-01T06:34:05.348" v="1711" actId="14100"/>
          <ac:picMkLst>
            <pc:docMk/>
            <pc:sldMk cId="4000051844" sldId="275"/>
            <ac:picMk id="5" creationId="{EC8D8F3E-2755-B606-782A-483FF7E82C47}"/>
          </ac:picMkLst>
        </pc:picChg>
      </pc:sldChg>
      <pc:sldChg chg="addSp modSp mod">
        <pc:chgData name="M.NAVYA SRI CHOWDARY" userId="ad5ba244b08f27bc" providerId="LiveId" clId="{5BA1B510-6D02-4D7E-AACD-A2BB52950E9E}" dt="2026-02-01T06:38:41.609" v="1727" actId="1076"/>
        <pc:sldMkLst>
          <pc:docMk/>
          <pc:sldMk cId="1732428668" sldId="276"/>
        </pc:sldMkLst>
        <pc:spChg chg="mod">
          <ac:chgData name="M.NAVYA SRI CHOWDARY" userId="ad5ba244b08f27bc" providerId="LiveId" clId="{5BA1B510-6D02-4D7E-AACD-A2BB52950E9E}" dt="2026-02-01T06:38:21.597" v="1721" actId="14100"/>
          <ac:spMkLst>
            <pc:docMk/>
            <pc:sldMk cId="1732428668" sldId="276"/>
            <ac:spMk id="2" creationId="{8E9BABA1-1B08-6B79-E205-B5042B4E07C0}"/>
          </ac:spMkLst>
        </pc:spChg>
        <pc:picChg chg="mod">
          <ac:chgData name="M.NAVYA SRI CHOWDARY" userId="ad5ba244b08f27bc" providerId="LiveId" clId="{5BA1B510-6D02-4D7E-AACD-A2BB52950E9E}" dt="2026-02-01T06:38:36.617" v="1726" actId="1076"/>
          <ac:picMkLst>
            <pc:docMk/>
            <pc:sldMk cId="1732428668" sldId="276"/>
            <ac:picMk id="4" creationId="{5D07AF57-64C1-9B0A-6981-8887E854936F}"/>
          </ac:picMkLst>
        </pc:picChg>
        <pc:picChg chg="add mod">
          <ac:chgData name="M.NAVYA SRI CHOWDARY" userId="ad5ba244b08f27bc" providerId="LiveId" clId="{5BA1B510-6D02-4D7E-AACD-A2BB52950E9E}" dt="2026-02-01T06:38:41.609" v="1727" actId="1076"/>
          <ac:picMkLst>
            <pc:docMk/>
            <pc:sldMk cId="1732428668" sldId="276"/>
            <ac:picMk id="5" creationId="{3B0968B0-A94F-BE0D-C6CF-3A7C3CC8920F}"/>
          </ac:picMkLst>
        </pc:picChg>
      </pc:sldChg>
      <pc:sldChg chg="addSp modSp mod">
        <pc:chgData name="M.NAVYA SRI CHOWDARY" userId="ad5ba244b08f27bc" providerId="LiveId" clId="{5BA1B510-6D02-4D7E-AACD-A2BB52950E9E}" dt="2026-02-01T06:39:54.680" v="1743" actId="1076"/>
        <pc:sldMkLst>
          <pc:docMk/>
          <pc:sldMk cId="1120284117" sldId="277"/>
        </pc:sldMkLst>
        <pc:spChg chg="mod">
          <ac:chgData name="M.NAVYA SRI CHOWDARY" userId="ad5ba244b08f27bc" providerId="LiveId" clId="{5BA1B510-6D02-4D7E-AACD-A2BB52950E9E}" dt="2026-02-01T06:39:38.405" v="1738" actId="1076"/>
          <ac:spMkLst>
            <pc:docMk/>
            <pc:sldMk cId="1120284117" sldId="277"/>
            <ac:spMk id="2" creationId="{46E5CC2E-C935-3F38-9290-2577481B34AD}"/>
          </ac:spMkLst>
        </pc:spChg>
        <pc:picChg chg="mod">
          <ac:chgData name="M.NAVYA SRI CHOWDARY" userId="ad5ba244b08f27bc" providerId="LiveId" clId="{5BA1B510-6D02-4D7E-AACD-A2BB52950E9E}" dt="2026-02-01T06:39:54.680" v="1743" actId="1076"/>
          <ac:picMkLst>
            <pc:docMk/>
            <pc:sldMk cId="1120284117" sldId="277"/>
            <ac:picMk id="4" creationId="{DBC61AA8-3675-541D-BD38-56BABBE24895}"/>
          </ac:picMkLst>
        </pc:picChg>
        <pc:picChg chg="add mod">
          <ac:chgData name="M.NAVYA SRI CHOWDARY" userId="ad5ba244b08f27bc" providerId="LiveId" clId="{5BA1B510-6D02-4D7E-AACD-A2BB52950E9E}" dt="2026-02-01T06:39:49.403" v="1742" actId="1076"/>
          <ac:picMkLst>
            <pc:docMk/>
            <pc:sldMk cId="1120284117" sldId="277"/>
            <ac:picMk id="5" creationId="{97A59250-A597-3368-D141-C7406F049824}"/>
          </ac:picMkLst>
        </pc:picChg>
      </pc:sldChg>
      <pc:sldChg chg="addSp modSp mod">
        <pc:chgData name="M.NAVYA SRI CHOWDARY" userId="ad5ba244b08f27bc" providerId="LiveId" clId="{5BA1B510-6D02-4D7E-AACD-A2BB52950E9E}" dt="2026-02-01T06:41:33.418" v="1754" actId="1076"/>
        <pc:sldMkLst>
          <pc:docMk/>
          <pc:sldMk cId="2911491755" sldId="278"/>
        </pc:sldMkLst>
        <pc:spChg chg="mod">
          <ac:chgData name="M.NAVYA SRI CHOWDARY" userId="ad5ba244b08f27bc" providerId="LiveId" clId="{5BA1B510-6D02-4D7E-AACD-A2BB52950E9E}" dt="2026-02-01T06:40:40.159" v="1749" actId="1076"/>
          <ac:spMkLst>
            <pc:docMk/>
            <pc:sldMk cId="2911491755" sldId="278"/>
            <ac:spMk id="2" creationId="{6E58475F-EA8D-142E-9710-90D95733596F}"/>
          </ac:spMkLst>
        </pc:spChg>
        <pc:picChg chg="mod">
          <ac:chgData name="M.NAVYA SRI CHOWDARY" userId="ad5ba244b08f27bc" providerId="LiveId" clId="{5BA1B510-6D02-4D7E-AACD-A2BB52950E9E}" dt="2026-02-01T06:40:13.457" v="1744" actId="1076"/>
          <ac:picMkLst>
            <pc:docMk/>
            <pc:sldMk cId="2911491755" sldId="278"/>
            <ac:picMk id="4" creationId="{B947B6BC-C46D-1598-4FE7-DF38CC6B54F1}"/>
          </ac:picMkLst>
        </pc:picChg>
        <pc:picChg chg="add mod">
          <ac:chgData name="M.NAVYA SRI CHOWDARY" userId="ad5ba244b08f27bc" providerId="LiveId" clId="{5BA1B510-6D02-4D7E-AACD-A2BB52950E9E}" dt="2026-02-01T06:41:33.418" v="1754" actId="1076"/>
          <ac:picMkLst>
            <pc:docMk/>
            <pc:sldMk cId="2911491755" sldId="278"/>
            <ac:picMk id="5" creationId="{55A07979-8FAA-D347-7519-4F6E04CB0809}"/>
          </ac:picMkLst>
        </pc:picChg>
      </pc:sldChg>
      <pc:sldChg chg="addSp modSp mod">
        <pc:chgData name="M.NAVYA SRI CHOWDARY" userId="ad5ba244b08f27bc" providerId="LiveId" clId="{5BA1B510-6D02-4D7E-AACD-A2BB52950E9E}" dt="2026-02-01T06:43:39.473" v="1771" actId="1076"/>
        <pc:sldMkLst>
          <pc:docMk/>
          <pc:sldMk cId="845068039" sldId="279"/>
        </pc:sldMkLst>
        <pc:spChg chg="mod">
          <ac:chgData name="M.NAVYA SRI CHOWDARY" userId="ad5ba244b08f27bc" providerId="LiveId" clId="{5BA1B510-6D02-4D7E-AACD-A2BB52950E9E}" dt="2026-02-01T06:42:50.144" v="1768" actId="1076"/>
          <ac:spMkLst>
            <pc:docMk/>
            <pc:sldMk cId="845068039" sldId="279"/>
            <ac:spMk id="2" creationId="{93550DB1-1B5E-061F-4FCB-8B0CF94FFB64}"/>
          </ac:spMkLst>
        </pc:spChg>
        <pc:picChg chg="mod">
          <ac:chgData name="M.NAVYA SRI CHOWDARY" userId="ad5ba244b08f27bc" providerId="LiveId" clId="{5BA1B510-6D02-4D7E-AACD-A2BB52950E9E}" dt="2026-02-01T06:43:39.473" v="1771" actId="1076"/>
          <ac:picMkLst>
            <pc:docMk/>
            <pc:sldMk cId="845068039" sldId="279"/>
            <ac:picMk id="4" creationId="{A396C916-B8A9-DEA0-72C6-FF561A3AF3F3}"/>
          </ac:picMkLst>
        </pc:picChg>
        <pc:picChg chg="add mod">
          <ac:chgData name="M.NAVYA SRI CHOWDARY" userId="ad5ba244b08f27bc" providerId="LiveId" clId="{5BA1B510-6D02-4D7E-AACD-A2BB52950E9E}" dt="2026-02-01T06:42:54.815" v="1769" actId="1076"/>
          <ac:picMkLst>
            <pc:docMk/>
            <pc:sldMk cId="845068039" sldId="279"/>
            <ac:picMk id="5" creationId="{81D2C4A3-1ED6-568F-5D89-FE69DD06F2DE}"/>
          </ac:picMkLst>
        </pc:picChg>
      </pc:sldChg>
      <pc:sldChg chg="addSp modSp mod">
        <pc:chgData name="M.NAVYA SRI CHOWDARY" userId="ad5ba244b08f27bc" providerId="LiveId" clId="{5BA1B510-6D02-4D7E-AACD-A2BB52950E9E}" dt="2026-02-01T06:46:02.706" v="1788" actId="1076"/>
        <pc:sldMkLst>
          <pc:docMk/>
          <pc:sldMk cId="470407576" sldId="280"/>
        </pc:sldMkLst>
        <pc:spChg chg="mod">
          <ac:chgData name="M.NAVYA SRI CHOWDARY" userId="ad5ba244b08f27bc" providerId="LiveId" clId="{5BA1B510-6D02-4D7E-AACD-A2BB52950E9E}" dt="2026-02-01T06:45:38.306" v="1785" actId="1076"/>
          <ac:spMkLst>
            <pc:docMk/>
            <pc:sldMk cId="470407576" sldId="280"/>
            <ac:spMk id="2" creationId="{096F511D-8A32-3834-E173-165D4789A8D3}"/>
          </ac:spMkLst>
        </pc:spChg>
        <pc:spChg chg="mod">
          <ac:chgData name="M.NAVYA SRI CHOWDARY" userId="ad5ba244b08f27bc" providerId="LiveId" clId="{5BA1B510-6D02-4D7E-AACD-A2BB52950E9E}" dt="2026-02-01T06:45:53.606" v="1786" actId="1076"/>
          <ac:spMkLst>
            <pc:docMk/>
            <pc:sldMk cId="470407576" sldId="280"/>
            <ac:spMk id="3" creationId="{50FBB7D3-3BB3-52A3-40FF-6A37450269F2}"/>
          </ac:spMkLst>
        </pc:spChg>
        <pc:picChg chg="add mod">
          <ac:chgData name="M.NAVYA SRI CHOWDARY" userId="ad5ba244b08f27bc" providerId="LiveId" clId="{5BA1B510-6D02-4D7E-AACD-A2BB52950E9E}" dt="2026-02-01T06:45:59.599" v="1787" actId="1076"/>
          <ac:picMkLst>
            <pc:docMk/>
            <pc:sldMk cId="470407576" sldId="280"/>
            <ac:picMk id="5" creationId="{14A473B4-AF11-4608-324F-70AE4D76F74D}"/>
          </ac:picMkLst>
        </pc:picChg>
        <pc:picChg chg="mod">
          <ac:chgData name="M.NAVYA SRI CHOWDARY" userId="ad5ba244b08f27bc" providerId="LiveId" clId="{5BA1B510-6D02-4D7E-AACD-A2BB52950E9E}" dt="2026-02-01T06:46:02.706" v="1788" actId="1076"/>
          <ac:picMkLst>
            <pc:docMk/>
            <pc:sldMk cId="470407576" sldId="280"/>
            <ac:picMk id="7" creationId="{EC8F5B76-2462-A6B8-241D-7F6B277C8DA2}"/>
          </ac:picMkLst>
        </pc:picChg>
      </pc:sldChg>
      <pc:sldChg chg="addSp modSp mod">
        <pc:chgData name="M.NAVYA SRI CHOWDARY" userId="ad5ba244b08f27bc" providerId="LiveId" clId="{5BA1B510-6D02-4D7E-AACD-A2BB52950E9E}" dt="2026-02-01T06:49:20.256" v="1800" actId="1076"/>
        <pc:sldMkLst>
          <pc:docMk/>
          <pc:sldMk cId="4026464469" sldId="281"/>
        </pc:sldMkLst>
        <pc:spChg chg="mod">
          <ac:chgData name="M.NAVYA SRI CHOWDARY" userId="ad5ba244b08f27bc" providerId="LiveId" clId="{5BA1B510-6D02-4D7E-AACD-A2BB52950E9E}" dt="2026-02-01T06:48:15.631" v="1795" actId="27636"/>
          <ac:spMkLst>
            <pc:docMk/>
            <pc:sldMk cId="4026464469" sldId="281"/>
            <ac:spMk id="2" creationId="{A5E826FB-74B1-EE28-D95C-425F2A35A52F}"/>
          </ac:spMkLst>
        </pc:spChg>
        <pc:picChg chg="mod">
          <ac:chgData name="M.NAVYA SRI CHOWDARY" userId="ad5ba244b08f27bc" providerId="LiveId" clId="{5BA1B510-6D02-4D7E-AACD-A2BB52950E9E}" dt="2026-02-01T06:49:17.596" v="1799" actId="1076"/>
          <ac:picMkLst>
            <pc:docMk/>
            <pc:sldMk cId="4026464469" sldId="281"/>
            <ac:picMk id="4" creationId="{70F3B1F6-C779-FCD6-11BD-99621DE3958E}"/>
          </ac:picMkLst>
        </pc:picChg>
        <pc:picChg chg="add mod">
          <ac:chgData name="M.NAVYA SRI CHOWDARY" userId="ad5ba244b08f27bc" providerId="LiveId" clId="{5BA1B510-6D02-4D7E-AACD-A2BB52950E9E}" dt="2026-02-01T06:49:20.256" v="1800" actId="1076"/>
          <ac:picMkLst>
            <pc:docMk/>
            <pc:sldMk cId="4026464469" sldId="281"/>
            <ac:picMk id="5" creationId="{8E0AE3A4-05BE-ABCF-0CDC-5D5F205C8C61}"/>
          </ac:picMkLst>
        </pc:picChg>
      </pc:sldChg>
      <pc:sldChg chg="addSp modSp mod">
        <pc:chgData name="M.NAVYA SRI CHOWDARY" userId="ad5ba244b08f27bc" providerId="LiveId" clId="{5BA1B510-6D02-4D7E-AACD-A2BB52950E9E}" dt="2026-02-01T06:51:07.224" v="1816" actId="1076"/>
        <pc:sldMkLst>
          <pc:docMk/>
          <pc:sldMk cId="1365402788" sldId="282"/>
        </pc:sldMkLst>
        <pc:spChg chg="mod">
          <ac:chgData name="M.NAVYA SRI CHOWDARY" userId="ad5ba244b08f27bc" providerId="LiveId" clId="{5BA1B510-6D02-4D7E-AACD-A2BB52950E9E}" dt="2026-02-01T06:50:09.122" v="1804" actId="27636"/>
          <ac:spMkLst>
            <pc:docMk/>
            <pc:sldMk cId="1365402788" sldId="282"/>
            <ac:spMk id="2" creationId="{11AEBDF9-4686-69F4-6E8B-1D51FA4A9649}"/>
          </ac:spMkLst>
        </pc:spChg>
        <pc:picChg chg="mod">
          <ac:chgData name="M.NAVYA SRI CHOWDARY" userId="ad5ba244b08f27bc" providerId="LiveId" clId="{5BA1B510-6D02-4D7E-AACD-A2BB52950E9E}" dt="2026-02-01T06:51:07.224" v="1816" actId="1076"/>
          <ac:picMkLst>
            <pc:docMk/>
            <pc:sldMk cId="1365402788" sldId="282"/>
            <ac:picMk id="4" creationId="{18C6011F-134F-0207-2014-452EC282B8A9}"/>
          </ac:picMkLst>
        </pc:picChg>
        <pc:picChg chg="add mod">
          <ac:chgData name="M.NAVYA SRI CHOWDARY" userId="ad5ba244b08f27bc" providerId="LiveId" clId="{5BA1B510-6D02-4D7E-AACD-A2BB52950E9E}" dt="2026-02-01T06:51:03.665" v="1815" actId="14100"/>
          <ac:picMkLst>
            <pc:docMk/>
            <pc:sldMk cId="1365402788" sldId="282"/>
            <ac:picMk id="5" creationId="{724C29CA-3978-936C-B59E-0C15623E099C}"/>
          </ac:picMkLst>
        </pc:picChg>
      </pc:sldChg>
      <pc:sldChg chg="addSp modSp mod">
        <pc:chgData name="M.NAVYA SRI CHOWDARY" userId="ad5ba244b08f27bc" providerId="LiveId" clId="{5BA1B510-6D02-4D7E-AACD-A2BB52950E9E}" dt="2026-02-01T06:59:50.462" v="1895" actId="14100"/>
        <pc:sldMkLst>
          <pc:docMk/>
          <pc:sldMk cId="2475250464" sldId="283"/>
        </pc:sldMkLst>
        <pc:spChg chg="mod">
          <ac:chgData name="M.NAVYA SRI CHOWDARY" userId="ad5ba244b08f27bc" providerId="LiveId" clId="{5BA1B510-6D02-4D7E-AACD-A2BB52950E9E}" dt="2026-02-01T06:51:38.343" v="1822" actId="14100"/>
          <ac:spMkLst>
            <pc:docMk/>
            <pc:sldMk cId="2475250464" sldId="283"/>
            <ac:spMk id="2" creationId="{9CFF44D9-9C8B-C0DC-7C9F-696FCF4E2DD7}"/>
          </ac:spMkLst>
        </pc:spChg>
        <pc:picChg chg="mod">
          <ac:chgData name="M.NAVYA SRI CHOWDARY" userId="ad5ba244b08f27bc" providerId="LiveId" clId="{5BA1B510-6D02-4D7E-AACD-A2BB52950E9E}" dt="2026-02-01T06:59:42.970" v="1892" actId="1076"/>
          <ac:picMkLst>
            <pc:docMk/>
            <pc:sldMk cId="2475250464" sldId="283"/>
            <ac:picMk id="4" creationId="{316D1745-3BE0-9714-72AB-3FEB05C9CB01}"/>
          </ac:picMkLst>
        </pc:picChg>
        <pc:picChg chg="add mod">
          <ac:chgData name="M.NAVYA SRI CHOWDARY" userId="ad5ba244b08f27bc" providerId="LiveId" clId="{5BA1B510-6D02-4D7E-AACD-A2BB52950E9E}" dt="2026-02-01T06:59:50.462" v="1895" actId="14100"/>
          <ac:picMkLst>
            <pc:docMk/>
            <pc:sldMk cId="2475250464" sldId="283"/>
            <ac:picMk id="5" creationId="{C0D74466-F2AD-B042-D93E-3B40EC98FF9E}"/>
          </ac:picMkLst>
        </pc:picChg>
      </pc:sldChg>
      <pc:sldChg chg="addSp modSp mod">
        <pc:chgData name="M.NAVYA SRI CHOWDARY" userId="ad5ba244b08f27bc" providerId="LiveId" clId="{5BA1B510-6D02-4D7E-AACD-A2BB52950E9E}" dt="2026-02-01T06:59:30.787" v="1890" actId="20577"/>
        <pc:sldMkLst>
          <pc:docMk/>
          <pc:sldMk cId="2143090824" sldId="284"/>
        </pc:sldMkLst>
        <pc:spChg chg="mod">
          <ac:chgData name="M.NAVYA SRI CHOWDARY" userId="ad5ba244b08f27bc" providerId="LiveId" clId="{5BA1B510-6D02-4D7E-AACD-A2BB52950E9E}" dt="2026-02-01T06:59:30.787" v="1890" actId="20577"/>
          <ac:spMkLst>
            <pc:docMk/>
            <pc:sldMk cId="2143090824" sldId="284"/>
            <ac:spMk id="2" creationId="{E92AEFA7-7AD4-6246-9874-C8F4F584DE5B}"/>
          </ac:spMkLst>
        </pc:spChg>
        <pc:picChg chg="mod">
          <ac:chgData name="M.NAVYA SRI CHOWDARY" userId="ad5ba244b08f27bc" providerId="LiveId" clId="{5BA1B510-6D02-4D7E-AACD-A2BB52950E9E}" dt="2026-02-01T06:59:17.417" v="1888" actId="1076"/>
          <ac:picMkLst>
            <pc:docMk/>
            <pc:sldMk cId="2143090824" sldId="284"/>
            <ac:picMk id="4" creationId="{78A0C603-3D5F-5108-B674-39FFC3908258}"/>
          </ac:picMkLst>
        </pc:picChg>
        <pc:picChg chg="add mod">
          <ac:chgData name="M.NAVYA SRI CHOWDARY" userId="ad5ba244b08f27bc" providerId="LiveId" clId="{5BA1B510-6D02-4D7E-AACD-A2BB52950E9E}" dt="2026-02-01T06:59:22.025" v="1889" actId="1076"/>
          <ac:picMkLst>
            <pc:docMk/>
            <pc:sldMk cId="2143090824" sldId="284"/>
            <ac:picMk id="5" creationId="{67A9234A-362C-014F-F0E9-51086697B7BD}"/>
          </ac:picMkLst>
        </pc:picChg>
      </pc:sldChg>
      <pc:sldChg chg="addSp modSp mod">
        <pc:chgData name="M.NAVYA SRI CHOWDARY" userId="ad5ba244b08f27bc" providerId="LiveId" clId="{5BA1B510-6D02-4D7E-AACD-A2BB52950E9E}" dt="2026-02-01T06:58:31.137" v="1878" actId="1076"/>
        <pc:sldMkLst>
          <pc:docMk/>
          <pc:sldMk cId="1077471182" sldId="285"/>
        </pc:sldMkLst>
        <pc:spChg chg="mod">
          <ac:chgData name="M.NAVYA SRI CHOWDARY" userId="ad5ba244b08f27bc" providerId="LiveId" clId="{5BA1B510-6D02-4D7E-AACD-A2BB52950E9E}" dt="2026-02-01T06:57:49.378" v="1869" actId="1076"/>
          <ac:spMkLst>
            <pc:docMk/>
            <pc:sldMk cId="1077471182" sldId="285"/>
            <ac:spMk id="2" creationId="{7B0A77AC-BA9C-8851-570D-852608EF3B18}"/>
          </ac:spMkLst>
        </pc:spChg>
        <pc:spChg chg="mod">
          <ac:chgData name="M.NAVYA SRI CHOWDARY" userId="ad5ba244b08f27bc" providerId="LiveId" clId="{5BA1B510-6D02-4D7E-AACD-A2BB52950E9E}" dt="2026-02-01T06:58:07.910" v="1872" actId="1076"/>
          <ac:spMkLst>
            <pc:docMk/>
            <pc:sldMk cId="1077471182" sldId="285"/>
            <ac:spMk id="3" creationId="{FECE88D0-8B4A-28A2-B51D-277B0A90C697}"/>
          </ac:spMkLst>
        </pc:spChg>
        <pc:picChg chg="mod">
          <ac:chgData name="M.NAVYA SRI CHOWDARY" userId="ad5ba244b08f27bc" providerId="LiveId" clId="{5BA1B510-6D02-4D7E-AACD-A2BB52950E9E}" dt="2026-02-01T06:58:31.137" v="1878" actId="1076"/>
          <ac:picMkLst>
            <pc:docMk/>
            <pc:sldMk cId="1077471182" sldId="285"/>
            <ac:picMk id="5" creationId="{7F44568B-91B5-9513-6BA1-180285373F14}"/>
          </ac:picMkLst>
        </pc:picChg>
        <pc:picChg chg="add mod">
          <ac:chgData name="M.NAVYA SRI CHOWDARY" userId="ad5ba244b08f27bc" providerId="LiveId" clId="{5BA1B510-6D02-4D7E-AACD-A2BB52950E9E}" dt="2026-02-01T06:58:21.415" v="1876" actId="1076"/>
          <ac:picMkLst>
            <pc:docMk/>
            <pc:sldMk cId="1077471182" sldId="285"/>
            <ac:picMk id="6" creationId="{ED3AF75B-538A-F35F-952E-0A95ED812BAF}"/>
          </ac:picMkLst>
        </pc:picChg>
      </pc:sldChg>
      <pc:sldChg chg="addSp modSp mod">
        <pc:chgData name="M.NAVYA SRI CHOWDARY" userId="ad5ba244b08f27bc" providerId="LiveId" clId="{5BA1B510-6D02-4D7E-AACD-A2BB52950E9E}" dt="2026-02-01T06:57:06.371" v="1865" actId="1076"/>
        <pc:sldMkLst>
          <pc:docMk/>
          <pc:sldMk cId="3993067362" sldId="286"/>
        </pc:sldMkLst>
        <pc:spChg chg="mod">
          <ac:chgData name="M.NAVYA SRI CHOWDARY" userId="ad5ba244b08f27bc" providerId="LiveId" clId="{5BA1B510-6D02-4D7E-AACD-A2BB52950E9E}" dt="2026-02-01T06:56:55.561" v="1860" actId="27636"/>
          <ac:spMkLst>
            <pc:docMk/>
            <pc:sldMk cId="3993067362" sldId="286"/>
            <ac:spMk id="2" creationId="{6E52BF00-8627-3622-A442-C21127F25200}"/>
          </ac:spMkLst>
        </pc:spChg>
        <pc:picChg chg="mod">
          <ac:chgData name="M.NAVYA SRI CHOWDARY" userId="ad5ba244b08f27bc" providerId="LiveId" clId="{5BA1B510-6D02-4D7E-AACD-A2BB52950E9E}" dt="2026-02-01T06:57:02.707" v="1863" actId="1076"/>
          <ac:picMkLst>
            <pc:docMk/>
            <pc:sldMk cId="3993067362" sldId="286"/>
            <ac:picMk id="4" creationId="{306D9129-1511-8C74-4472-3078335581E9}"/>
          </ac:picMkLst>
        </pc:picChg>
        <pc:picChg chg="add mod">
          <ac:chgData name="M.NAVYA SRI CHOWDARY" userId="ad5ba244b08f27bc" providerId="LiveId" clId="{5BA1B510-6D02-4D7E-AACD-A2BB52950E9E}" dt="2026-02-01T06:57:06.371" v="1865" actId="1076"/>
          <ac:picMkLst>
            <pc:docMk/>
            <pc:sldMk cId="3993067362" sldId="286"/>
            <ac:picMk id="5" creationId="{5746F84D-CA2A-8308-8DE1-EC43379E25FB}"/>
          </ac:picMkLst>
        </pc:picChg>
      </pc:sldChg>
      <pc:sldChg chg="addSp modSp mod">
        <pc:chgData name="M.NAVYA SRI CHOWDARY" userId="ad5ba244b08f27bc" providerId="LiveId" clId="{5BA1B510-6D02-4D7E-AACD-A2BB52950E9E}" dt="2026-02-01T06:56:35.678" v="1856" actId="14100"/>
        <pc:sldMkLst>
          <pc:docMk/>
          <pc:sldMk cId="1001791013" sldId="287"/>
        </pc:sldMkLst>
        <pc:spChg chg="mod">
          <ac:chgData name="M.NAVYA SRI CHOWDARY" userId="ad5ba244b08f27bc" providerId="LiveId" clId="{5BA1B510-6D02-4D7E-AACD-A2BB52950E9E}" dt="2026-02-01T06:56:16.844" v="1850" actId="14100"/>
          <ac:spMkLst>
            <pc:docMk/>
            <pc:sldMk cId="1001791013" sldId="287"/>
            <ac:spMk id="2" creationId="{B1E3289D-9ED0-4559-A0BD-303EB6002F62}"/>
          </ac:spMkLst>
        </pc:spChg>
        <pc:picChg chg="mod">
          <ac:chgData name="M.NAVYA SRI CHOWDARY" userId="ad5ba244b08f27bc" providerId="LiveId" clId="{5BA1B510-6D02-4D7E-AACD-A2BB52950E9E}" dt="2026-02-01T06:56:30.905" v="1855" actId="1076"/>
          <ac:picMkLst>
            <pc:docMk/>
            <pc:sldMk cId="1001791013" sldId="287"/>
            <ac:picMk id="4" creationId="{963A98E9-202B-83F5-C0F1-0BDD3DFE9602}"/>
          </ac:picMkLst>
        </pc:picChg>
        <pc:picChg chg="add mod">
          <ac:chgData name="M.NAVYA SRI CHOWDARY" userId="ad5ba244b08f27bc" providerId="LiveId" clId="{5BA1B510-6D02-4D7E-AACD-A2BB52950E9E}" dt="2026-02-01T06:56:35.678" v="1856" actId="14100"/>
          <ac:picMkLst>
            <pc:docMk/>
            <pc:sldMk cId="1001791013" sldId="287"/>
            <ac:picMk id="5" creationId="{AA3632C7-13A4-3E30-E54D-24EA70632D6A}"/>
          </ac:picMkLst>
        </pc:picChg>
      </pc:sldChg>
      <pc:sldChg chg="addSp modSp mod">
        <pc:chgData name="M.NAVYA SRI CHOWDARY" userId="ad5ba244b08f27bc" providerId="LiveId" clId="{5BA1B510-6D02-4D7E-AACD-A2BB52950E9E}" dt="2026-02-01T06:55:40.844" v="1840" actId="1076"/>
        <pc:sldMkLst>
          <pc:docMk/>
          <pc:sldMk cId="2738653544" sldId="288"/>
        </pc:sldMkLst>
        <pc:spChg chg="mod">
          <ac:chgData name="M.NAVYA SRI CHOWDARY" userId="ad5ba244b08f27bc" providerId="LiveId" clId="{5BA1B510-6D02-4D7E-AACD-A2BB52950E9E}" dt="2026-02-01T06:55:12.654" v="1832" actId="14100"/>
          <ac:spMkLst>
            <pc:docMk/>
            <pc:sldMk cId="2738653544" sldId="288"/>
            <ac:spMk id="2" creationId="{11EA0BF2-6CED-88B6-5566-BD9FD94BE47E}"/>
          </ac:spMkLst>
        </pc:spChg>
        <pc:picChg chg="mod">
          <ac:chgData name="M.NAVYA SRI CHOWDARY" userId="ad5ba244b08f27bc" providerId="LiveId" clId="{5BA1B510-6D02-4D7E-AACD-A2BB52950E9E}" dt="2026-02-01T06:55:38.733" v="1839" actId="1076"/>
          <ac:picMkLst>
            <pc:docMk/>
            <pc:sldMk cId="2738653544" sldId="288"/>
            <ac:picMk id="4" creationId="{8787D103-1539-0C07-0E17-FE08B96C1722}"/>
          </ac:picMkLst>
        </pc:picChg>
        <pc:picChg chg="add mod">
          <ac:chgData name="M.NAVYA SRI CHOWDARY" userId="ad5ba244b08f27bc" providerId="LiveId" clId="{5BA1B510-6D02-4D7E-AACD-A2BB52950E9E}" dt="2026-02-01T06:55:40.844" v="1840" actId="1076"/>
          <ac:picMkLst>
            <pc:docMk/>
            <pc:sldMk cId="2738653544" sldId="288"/>
            <ac:picMk id="5" creationId="{C307A72D-1BDA-E46B-780E-79C5F311C689}"/>
          </ac:picMkLst>
        </pc:picChg>
      </pc:sldChg>
      <pc:sldChg chg="add del">
        <pc:chgData name="M.NAVYA SRI CHOWDARY" userId="ad5ba244b08f27bc" providerId="LiveId" clId="{5BA1B510-6D02-4D7E-AACD-A2BB52950E9E}" dt="2026-02-01T06:37:28.851" v="1716" actId="2696"/>
        <pc:sldMkLst>
          <pc:docMk/>
          <pc:sldMk cId="181768142" sldId="291"/>
        </pc:sldMkLst>
      </pc:sldChg>
      <pc:sldChg chg="add del">
        <pc:chgData name="M.NAVYA SRI CHOWDARY" userId="ad5ba244b08f27bc" providerId="LiveId" clId="{5BA1B510-6D02-4D7E-AACD-A2BB52950E9E}" dt="2026-02-01T06:37:36.597" v="1717" actId="2696"/>
        <pc:sldMkLst>
          <pc:docMk/>
          <pc:sldMk cId="3006052890" sldId="292"/>
        </pc:sldMkLst>
      </pc:sldChg>
      <pc:sldChg chg="add del">
        <pc:chgData name="M.NAVYA SRI CHOWDARY" userId="ad5ba244b08f27bc" providerId="LiveId" clId="{5BA1B510-6D02-4D7E-AACD-A2BB52950E9E}" dt="2026-02-01T06:37:20.181" v="1715" actId="2696"/>
        <pc:sldMkLst>
          <pc:docMk/>
          <pc:sldMk cId="2811352248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903516"/>
            <a:ext cx="7246189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b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000" b="1" dirty="0"/>
              <a:t>Restaurant &amp; Consumer Data Project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3401B-68F2-223F-8975-CCBD0CDB39C4}"/>
              </a:ext>
            </a:extLst>
          </p:cNvPr>
          <p:cNvSpPr txBox="1"/>
          <p:nvPr/>
        </p:nvSpPr>
        <p:spPr>
          <a:xfrm>
            <a:off x="457199" y="5559287"/>
            <a:ext cx="2531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By -</a:t>
            </a:r>
          </a:p>
          <a:p>
            <a:r>
              <a:rPr lang="en-IN" sz="1600" dirty="0" err="1"/>
              <a:t>Mutthavarapu</a:t>
            </a:r>
            <a:r>
              <a:rPr lang="en-IN" sz="1600" dirty="0"/>
              <a:t> Navya Sri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2"/>
            <a:ext cx="11215649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 Data Science?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 Science is a fast-growing, high-demand field that turns raw data into meaningful insights, smarter decisions, and intelligent automation. For those who enjoy problem-solving, coding, and finding patterns, it provides a chance to build impactful, future-proof careers in a data-driven world.</a:t>
            </a:r>
            <a:endParaRPr sz="20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F5636-7F5E-2F59-FA04-BD4A3019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4E0D7B-EF66-44B2-2CB2-599FEC736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46804"/>
            <a:ext cx="1080936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 organize restaurant-related consumer data from multiple CSV files into a relational SQL database.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/>
              <a:t>Analyze</a:t>
            </a:r>
            <a:r>
              <a:rPr lang="en-IN" sz="2000" dirty="0"/>
              <a:t> consumer–restaurant interactions using SQL.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perform SQL-based data analysis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Aggregations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 Functions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 derive actionable insights such 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Consumer behavior patterns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Restaurant performance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Cuisine preferences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Rating trends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 prepare a recommendation-style analytical system using SQL.</a:t>
            </a:r>
          </a:p>
        </p:txBody>
      </p:sp>
    </p:spTree>
    <p:extLst>
      <p:ext uri="{BB962C8B-B14F-4D97-AF65-F5344CB8AC3E}">
        <p14:creationId xmlns:p14="http://schemas.microsoft.com/office/powerpoint/2010/main" val="15373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AAD3-3012-611F-A67F-1368B4DE3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41EB3-0A96-4C0B-B9A2-AE5542301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9" y="1915521"/>
            <a:ext cx="7506380" cy="465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67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F6F06-441C-6643-15BC-BFCE09617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20" y="4277139"/>
            <a:ext cx="6186722" cy="1761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1E6F4F-3E7C-A808-AB95-9A105BE0E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17" y="3901319"/>
            <a:ext cx="3603830" cy="27912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43A92E-9601-48E2-92FC-C7BA4F1A6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23" y="1176008"/>
            <a:ext cx="10068354" cy="19679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F384B7-7190-8BB3-5DB3-C182CCF827DF}"/>
              </a:ext>
            </a:extLst>
          </p:cNvPr>
          <p:cNvSpPr txBox="1"/>
          <p:nvPr/>
        </p:nvSpPr>
        <p:spPr>
          <a:xfrm>
            <a:off x="5141990" y="177369"/>
            <a:ext cx="2312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A4F14-536F-B280-0460-9D24E51BFDFA}"/>
              </a:ext>
            </a:extLst>
          </p:cNvPr>
          <p:cNvSpPr txBox="1"/>
          <p:nvPr/>
        </p:nvSpPr>
        <p:spPr>
          <a:xfrm>
            <a:off x="1061823" y="3380195"/>
            <a:ext cx="3695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Consumer_ preferences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713E47-2DAF-6DED-A66B-8CAFFB0CD0DD}"/>
              </a:ext>
            </a:extLst>
          </p:cNvPr>
          <p:cNvSpPr txBox="1"/>
          <p:nvPr/>
        </p:nvSpPr>
        <p:spPr>
          <a:xfrm>
            <a:off x="7785651" y="3780305"/>
            <a:ext cx="2584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Ratings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5E9E28-B2E2-4732-820D-40F336414489}"/>
              </a:ext>
            </a:extLst>
          </p:cNvPr>
          <p:cNvSpPr txBox="1"/>
          <p:nvPr/>
        </p:nvSpPr>
        <p:spPr>
          <a:xfrm>
            <a:off x="1105039" y="608257"/>
            <a:ext cx="2584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</a:t>
            </a:r>
          </a:p>
        </p:txBody>
      </p:sp>
    </p:spTree>
    <p:extLst>
      <p:ext uri="{BB962C8B-B14F-4D97-AF65-F5344CB8AC3E}">
        <p14:creationId xmlns:p14="http://schemas.microsoft.com/office/powerpoint/2010/main" val="3945734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7E5822-1FA0-AA8C-D1AC-3A658F08A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06" y="4054838"/>
            <a:ext cx="2166593" cy="198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0C6CEE-7C9E-1977-D35B-7859F573A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7" y="821962"/>
            <a:ext cx="10944305" cy="22392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713611-22A5-4606-B3BA-1D796655D171}"/>
              </a:ext>
            </a:extLst>
          </p:cNvPr>
          <p:cNvSpPr txBox="1"/>
          <p:nvPr/>
        </p:nvSpPr>
        <p:spPr>
          <a:xfrm>
            <a:off x="4301325" y="3298682"/>
            <a:ext cx="2869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Restaurant_ preferences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D7079D-4C9E-24BC-979A-A77D0DF4296A}"/>
              </a:ext>
            </a:extLst>
          </p:cNvPr>
          <p:cNvSpPr txBox="1"/>
          <p:nvPr/>
        </p:nvSpPr>
        <p:spPr>
          <a:xfrm>
            <a:off x="4301325" y="184421"/>
            <a:ext cx="2279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       Restaurants</a:t>
            </a:r>
          </a:p>
        </p:txBody>
      </p:sp>
    </p:spTree>
    <p:extLst>
      <p:ext uri="{BB962C8B-B14F-4D97-AF65-F5344CB8AC3E}">
        <p14:creationId xmlns:p14="http://schemas.microsoft.com/office/powerpoint/2010/main" val="2248742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0450-E23B-0ADE-3461-78354EDB5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256"/>
            <a:ext cx="10515600" cy="62743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Using the WHERE clause to filter data based on specific criteria.</a:t>
            </a:r>
            <a:br>
              <a:rPr lang="en-US" dirty="0"/>
            </a:br>
            <a:br>
              <a:rPr lang="en-US" b="1" dirty="0"/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Age, and Occupation of all consumers who are 'Students' AND are 'Smokers'.</a:t>
            </a: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4C042-C919-4C18-0341-B0D348A87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893" y="1889420"/>
            <a:ext cx="10515600" cy="4351338"/>
          </a:xfrm>
        </p:spPr>
        <p:txBody>
          <a:bodyPr/>
          <a:lstStyle/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E8642-A2CA-517F-6D9E-5E754A376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916" y="3852611"/>
            <a:ext cx="2671979" cy="1942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7E78C1-3563-A7E0-7DAC-AC216938B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160" y="2978319"/>
            <a:ext cx="9455786" cy="8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5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619294-9F88-E0E4-F766-D9DC6341BF48}"/>
              </a:ext>
            </a:extLst>
          </p:cNvPr>
          <p:cNvSpPr txBox="1"/>
          <p:nvPr/>
        </p:nvSpPr>
        <p:spPr>
          <a:xfrm>
            <a:off x="838200" y="766296"/>
            <a:ext cx="106236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l"/>
            <a:r>
              <a:rPr lang="en-US" sz="2000" b="1" dirty="0">
                <a:solidFill>
                  <a:srgbClr val="1A1C1E"/>
                </a:solidFill>
                <a:latin typeface="Arial" panose="020B0604020202020204" pitchFamily="34" charset="0"/>
              </a:rPr>
              <a:t>L</a:t>
            </a:r>
            <a:r>
              <a:rPr lang="en-US" sz="2000" b="1" i="0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ist the Name, City, </a:t>
            </a:r>
            <a:r>
              <a:rPr lang="en-US" sz="2000" b="1" i="0" dirty="0" err="1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Alcohol_Service</a:t>
            </a:r>
            <a:r>
              <a:rPr lang="en-US" sz="2000" b="1" i="0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, and Price</a:t>
            </a:r>
            <a:r>
              <a:rPr lang="en-US" sz="2000" b="1" i="0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 of all restaurants that serve 'Wine &amp; Beer' and have a 'Medium' price level.</a:t>
            </a:r>
            <a:endParaRPr lang="en-US" sz="20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FE7CAC-A267-F532-395E-F3E526844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388" y="2690192"/>
            <a:ext cx="3037795" cy="2991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7C1742-F16F-823B-A4E0-DCF9584B9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52" y="1782573"/>
            <a:ext cx="10168397" cy="32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00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FFC6-EAFC-F8B6-4638-9495FBF95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198512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names and cities of all restaurants that are part of a 'Franchise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17AA4-8567-7A35-F314-013431762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682" y="345995"/>
            <a:ext cx="2476518" cy="24669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8D8F92-5D36-B215-490A-B5D47F686BD0}"/>
              </a:ext>
            </a:extLst>
          </p:cNvPr>
          <p:cNvSpPr txBox="1"/>
          <p:nvPr/>
        </p:nvSpPr>
        <p:spPr>
          <a:xfrm>
            <a:off x="215176" y="2288735"/>
            <a:ext cx="82446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l"/>
            <a:r>
              <a:rPr lang="en-US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the </a:t>
            </a:r>
            <a:r>
              <a:rPr lang="en-US" sz="2000" b="1" i="0" dirty="0" err="1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1" i="0" dirty="0" err="1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r>
              <a:rPr lang="en-US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US" sz="2000" b="1" i="0" dirty="0" err="1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all ratings where the </a:t>
            </a:r>
            <a:r>
              <a:rPr lang="en-US" sz="2000" b="1" i="0" dirty="0" err="1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i="0" u="none" strike="noStrike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was 'Highly Satisfactory' (which corresponds to a value of 2, according to the data dictionary).</a:t>
            </a:r>
            <a:endParaRPr lang="en-US" sz="20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A9785-04DF-CD27-8E40-162B83AEA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981" y="3481795"/>
            <a:ext cx="2552719" cy="16859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331D8E-71B6-89BD-1C0F-AC507E7A9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08" y="1118552"/>
            <a:ext cx="3895753" cy="1905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B1BD9-00ED-BA1B-B004-071C25F59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12866"/>
            <a:ext cx="8041691" cy="75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15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646F-FFD8-0240-246C-F040BEBB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5" y="0"/>
            <a:ext cx="10515600" cy="1325563"/>
          </a:xfrm>
        </p:spPr>
        <p:txBody>
          <a:bodyPr/>
          <a:lstStyle/>
          <a:p>
            <a:r>
              <a:rPr lang="en-IN" b="1" dirty="0"/>
              <a:t>Questions JOINs with Subqueries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8443D-7B6B-23C2-7D9C-11DFDF612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165" y="1214345"/>
            <a:ext cx="6873403" cy="344494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the names and cities of all restaurants that have an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2 (Highly Satisfactory) from at least one consumer.</a:t>
            </a:r>
          </a:p>
          <a:p>
            <a:pPr marL="11430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605FB-8DAC-DC3F-CE72-D2F95391C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540" y="3132880"/>
            <a:ext cx="3336851" cy="2871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02C5DD-CA7A-EC3F-0E59-36E968DD9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95" y="2345636"/>
            <a:ext cx="8584096" cy="78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91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FF734-7CA8-6045-6BBB-5A2DC0C4B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40905"/>
            <a:ext cx="6126126" cy="485384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Age of consumers who have rated restaurants located in 'San Luis Potosi’.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2C8DC-126C-83DE-9570-1821F61FC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074" y="2569825"/>
            <a:ext cx="3349256" cy="34589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8DE806-5A95-6D38-68E7-BCFE5522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69" y="1908805"/>
            <a:ext cx="11648661" cy="40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9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A0B42-3826-CA44-D878-E1486378F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507" y="0"/>
            <a:ext cx="5764619" cy="2870792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the names of restaurants that serve 'Mexican' cuisine and have been rated by consumer 'U1001’.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7C4C4-AD1F-3D02-8CE6-CFE0D0FC0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977" y="3567866"/>
            <a:ext cx="4413130" cy="1869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ADAD60-648B-DBA6-34A3-74DC190B7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90" y="1899562"/>
            <a:ext cx="9675629" cy="124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80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76EC-9396-F6D8-E27C-B7AAED2A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3" y="478464"/>
            <a:ext cx="6283841" cy="1254641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all details of consumers who prefer 'American' cuisine AND have a 'Medium' budget.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BFDF2-9ADB-0270-B309-4CAFF0D28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28" y="2647507"/>
            <a:ext cx="3501661" cy="3479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B59DBC-9392-B369-05E4-2EDA2A042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11" y="1491645"/>
            <a:ext cx="7536763" cy="115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623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1FFD-2D14-4758-075E-4416C970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73" y="599041"/>
            <a:ext cx="6625857" cy="1527472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restaurants (Name, City) that have received a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lower than the average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across all rated restaurants.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C45921-FA18-2C64-CC82-E36602AA8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330" y="2285539"/>
            <a:ext cx="3795823" cy="3753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44DD47-2CF5-EC03-8922-145C064E8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73" y="1451210"/>
            <a:ext cx="7787693" cy="77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7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8719-7808-FFFD-D0E6-761E7D53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537403"/>
            <a:ext cx="7125586" cy="190808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consumers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Age, Occupation) who have rated at least one restaurant but have NOT rated any restaurant that serves 'Italian' cuisine.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540D8-831B-F62E-05F0-1FA3969BA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371" y="2764464"/>
            <a:ext cx="3540643" cy="3370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8D8F3E-2755-B606-782A-483FF7E82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76" y="1869020"/>
            <a:ext cx="7748488" cy="128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51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ABA1-1B08-6B79-E205-B5042B4E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26" y="393405"/>
            <a:ext cx="6730409" cy="206271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restaurants (Name) that have received ratings from consumers older than 30.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7AF57-64C1-9B0A-6981-8887E8549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1" y="2759149"/>
            <a:ext cx="3157869" cy="32854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0968B0-A94F-BE0D-C6CF-3A7C3CC89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26" y="1759687"/>
            <a:ext cx="8916950" cy="66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28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CC2E-C935-3F38-9290-2577481B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77" y="251522"/>
            <a:ext cx="6583326" cy="1697591"/>
          </a:xfrm>
        </p:spPr>
        <p:txBody>
          <a:bodyPr>
            <a:normAutofit/>
          </a:bodyPr>
          <a:lstStyle/>
          <a:p>
            <a:r>
              <a:rPr lang="en-US" sz="2000" b="1" dirty="0"/>
              <a:t>Find the </a:t>
            </a:r>
            <a:r>
              <a:rPr lang="en-US" sz="2000" b="1" dirty="0" err="1"/>
              <a:t>Consumer_ID</a:t>
            </a:r>
            <a:r>
              <a:rPr lang="en-US" sz="2000" b="1" dirty="0"/>
              <a:t> and Occupation of consumers whose preferred cuisine is 'Mexican' and who have given an </a:t>
            </a:r>
            <a:r>
              <a:rPr lang="en-US" sz="2000" b="1" dirty="0" err="1"/>
              <a:t>Overall_Rating</a:t>
            </a:r>
            <a:r>
              <a:rPr lang="en-US" sz="2000" b="1" dirty="0"/>
              <a:t> of 0 to at least one restaurant (any restaurant).</a:t>
            </a:r>
            <a:br>
              <a:rPr lang="en-US" sz="2000" b="1"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61AA8-3675-541D-BD38-56BABBE24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027" y="2473749"/>
            <a:ext cx="3762153" cy="3136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A59250-A597-3368-D141-C7406F049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77" y="1860413"/>
            <a:ext cx="7399950" cy="81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84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475F-EA8D-142E-9710-90D95733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32" y="375758"/>
            <a:ext cx="11876568" cy="1229758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the names and cities of restaurants that serve 'Pizzeria' cuisine and are located in a city where at least one 'Student' consumer lives.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7B6BC-C46D-1598-4FE7-DF38CC6B5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666" y="2817629"/>
            <a:ext cx="4082902" cy="29452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A07979-8FAA-D347-7519-4F6E04CB0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74" y="1308356"/>
            <a:ext cx="8118424" cy="150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91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0DB1-1B5E-061F-4FCB-8B0CF94F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40" y="269433"/>
            <a:ext cx="10262191" cy="161253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consumers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Age) who are 'Social Drinkers' and have rated a restaurant that has 'No' parking.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6C916-B8A9-DEA0-72C6-FF561A3AF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643" y="2099930"/>
            <a:ext cx="3402419" cy="3821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D2C4A3-1ED6-568F-5D89-FE69DD06F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04" y="1278355"/>
            <a:ext cx="8963246" cy="82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68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511D-8A32-3834-E173-165D4789A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904" y="16770"/>
            <a:ext cx="10515600" cy="1325563"/>
          </a:xfrm>
        </p:spPr>
        <p:txBody>
          <a:bodyPr/>
          <a:lstStyle/>
          <a:p>
            <a:r>
              <a:rPr lang="en-US" b="1" dirty="0"/>
              <a:t>Emphasizing WHERE Clause and Order of Execution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BB7D3-3BB3-52A3-40FF-6A374502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870" y="1342333"/>
            <a:ext cx="10515600" cy="1789445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count of restaurants they've rated, but only for consumers who are 'Students'. Show only students who have rated more than 2 restaurants.</a:t>
            </a:r>
          </a:p>
          <a:p>
            <a:pPr marL="11430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F5B76-2462-A6B8-241D-7F6B277C8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655" y="3131778"/>
            <a:ext cx="3912782" cy="3607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473B4-AF11-4608-324F-70AE4D76F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53" y="2309595"/>
            <a:ext cx="9969334" cy="45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07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26FB-74B1-EE28-D95C-425F2A35A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96" y="556510"/>
            <a:ext cx="11130978" cy="715699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categorize consumers by an '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Engagement_Score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which is their Age divided by 10 (integer division). List the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Age, and this calculated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Engagement_Score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 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consumers whose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Engagement_Score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would be exactly 2 and who use 'Public' transportation.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3B1F6-C779-FCD6-11BD-99621DE39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202" y="2264735"/>
            <a:ext cx="3974572" cy="3593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0AE3A4-05BE-ABCF-0CDC-5D5F205C8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96" y="1365263"/>
            <a:ext cx="8832389" cy="71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64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BDF9-4686-69F4-6E8B-1D51FA4A9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102163" cy="1134066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restaurant, calculate its average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Then, list the restaurant Name, City, and its calculated average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only for restaurants located in 'Cuernavaca' AND whose calculated average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greater than 1.0.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6011F-134F-0207-2014-452EC282B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414" y="2036136"/>
            <a:ext cx="3602665" cy="3944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4C29CA-3978-936C-B59E-0C15623E0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63" y="1695895"/>
            <a:ext cx="7671392" cy="8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02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44D9-9C8B-C0DC-7C9F-696FCF4E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06" y="276446"/>
            <a:ext cx="11830493" cy="1307805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consumers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Age) who are 'Married' and whose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any restaurant is equal to their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Service_Rating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that same restaurant, but only consider ratings where the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was 2.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D1745-3BE0-9714-72AB-3FEB05C9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260" y="3043223"/>
            <a:ext cx="4029739" cy="3646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D74466-F2AD-B042-D93E-3B40EC98F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7" y="1568215"/>
            <a:ext cx="10899913" cy="74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50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AEFA7-7AD4-6246-9874-C8F4F584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1116"/>
            <a:ext cx="11353800" cy="1095528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 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Age, and the Name of any restaurant they rated, but only for consumers who are 'Employed' and have given a 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Food_Rating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0 to at least one restaurant located in 'Ciudad Victoria’.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0C603-3D5F-5108-B674-39FFC3908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650" y="4044841"/>
            <a:ext cx="4359349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A9234A-362C-014F-F0E9-51086697B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44535"/>
            <a:ext cx="10379251" cy="97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90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77AC-BA9C-8851-570D-852608EF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09" y="0"/>
            <a:ext cx="10515600" cy="1325563"/>
          </a:xfrm>
        </p:spPr>
        <p:txBody>
          <a:bodyPr/>
          <a:lstStyle/>
          <a:p>
            <a:r>
              <a:rPr lang="en-US" b="1" dirty="0"/>
              <a:t>Derived Tables, CTEs, Window Functions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E88D0-8B4A-28A2-B51D-277B0A90C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894" y="1010616"/>
            <a:ext cx="10180983" cy="1388027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CTE, find all consumers who live in 'San Luis Potosi'. Then, list their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Age, and the Name of any Mexican restaurant they have rated with an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2.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4568B-91B5-9513-6BA1-180285373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457" y="3505200"/>
            <a:ext cx="3162752" cy="335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3AF75B-538A-F35F-952E-0A95ED812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62" y="2226193"/>
            <a:ext cx="8507895" cy="151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71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BF00-8627-3622-A442-C21127F2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082130" cy="1144698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 Occupation, find the average age of consumers. Only consider consumers who have made at least one rating. (Use a derived table to get consumers who have rated).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D9129-1511-8C74-4472-307833558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137" y="2833984"/>
            <a:ext cx="3549503" cy="32960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46F84D-CA2A-8308-8DE1-EC43379E2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93" y="1069997"/>
            <a:ext cx="10964805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673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289D-9ED0-4559-A0BD-303EB600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526"/>
            <a:ext cx="10585174" cy="940596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CTE to get all ratings for restaurants in 'Cuernavaca', rank these ratings within each restaurant based on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(highest first). Display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RatingRank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A98E9-202B-83F5-C0F1-0BDD3DFE9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752" y="2961951"/>
            <a:ext cx="3625703" cy="3750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3632C7-13A4-3E30-E54D-24EA70632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91" y="1129672"/>
            <a:ext cx="10942983" cy="151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91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0BF2-6CED-88B6-5566-BD9FD94B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325986" cy="1399881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rating, show the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Restaurant_ID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also display the average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Overall_Rating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given by that specific consumer across all their ratings.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7D103-1539-0C07-0E17-FE08B96C1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943" y="3040911"/>
            <a:ext cx="3600460" cy="3817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07A72D-1BDA-E46B-780E-79C5F311C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21" y="1219611"/>
            <a:ext cx="8382809" cy="151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53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1DFF-6128-0CFE-2942-4B956FFC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Insights and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9AF9E-7121-5964-B040-556BCE415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731" y="1825625"/>
            <a:ext cx="11169069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Consumer preferences and budget shape their ratings, so restaurants should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       menus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pricing with target segments.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Service quality drives overall satisfaction, making staff training and faster service essential improvements.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Mexican and American cuisines show highest demand, suggesting expansion in cities with limited options.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Independent restaurants often outperform franchises in food quality and can use this advantage in marketing.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Highly engaged consumers reveal rating patterns that can power a simple recommendation system to improve customer targeting.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062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894C-D0B0-8E49-8801-A85A7086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F40FED-2969-E67E-6B5D-D7B76AFE4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88032"/>
            <a:ext cx="9889435" cy="3226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Consumer preferences, budget, and behavior strongly influence restaurant choices and ratings.</a:t>
            </a:r>
          </a:p>
          <a:p>
            <a:r>
              <a:rPr lang="en-US" sz="2000" dirty="0"/>
              <a:t>Service quality is the biggest driver of overall satisfaction and needs the most improvement.</a:t>
            </a:r>
          </a:p>
          <a:p>
            <a:r>
              <a:rPr lang="en-US" sz="2000" dirty="0"/>
              <a:t>Mexican and American cuisines show the highest demand and strong performance trends.</a:t>
            </a:r>
          </a:p>
          <a:p>
            <a:r>
              <a:rPr lang="en-US" sz="2000" dirty="0"/>
              <a:t>Independent restaurants often outperform franchises in food and overall experience.</a:t>
            </a:r>
          </a:p>
          <a:p>
            <a:r>
              <a:rPr lang="en-US" sz="2000" dirty="0"/>
              <a:t>Data-driven insights can power personalized recommendations and support strategic restaurant expansion.</a:t>
            </a:r>
          </a:p>
        </p:txBody>
      </p:sp>
    </p:spTree>
    <p:extLst>
      <p:ext uri="{BB962C8B-B14F-4D97-AF65-F5344CB8AC3E}">
        <p14:creationId xmlns:p14="http://schemas.microsoft.com/office/powerpoint/2010/main" val="1941883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1104</Words>
  <Application>Microsoft Office PowerPoint</Application>
  <PresentationFormat>Widescreen</PresentationFormat>
  <Paragraphs>64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Calibri</vt:lpstr>
      <vt:lpstr>Libre Baskerville</vt:lpstr>
      <vt:lpstr>Arial</vt:lpstr>
      <vt:lpstr>Times New Roman</vt:lpstr>
      <vt:lpstr>Office Theme</vt:lpstr>
      <vt:lpstr>PowerPoint Presentation</vt:lpstr>
      <vt:lpstr>PowerPoint Presentation</vt:lpstr>
      <vt:lpstr>Objective </vt:lpstr>
      <vt:lpstr>ER Diagram</vt:lpstr>
      <vt:lpstr>PowerPoint Presentation</vt:lpstr>
      <vt:lpstr>PowerPoint Presentation</vt:lpstr>
      <vt:lpstr>    Using the WHERE clause to filter data based on specific criteria.  Find the Consumer_ID, Age, and Occupation of all consumers who are 'Students' AND are 'Smokers'.    </vt:lpstr>
      <vt:lpstr>PowerPoint Presentation</vt:lpstr>
      <vt:lpstr>Find the names and cities of all restaurants that are part of a 'Franchise'</vt:lpstr>
      <vt:lpstr>Questions JOINs with Subqueries</vt:lpstr>
      <vt:lpstr>PowerPoint Presentation</vt:lpstr>
      <vt:lpstr>List the names of restaurants that serve 'Mexican' cuisine and have been rated by consumer 'U1001’.  </vt:lpstr>
      <vt:lpstr>Find all details of consumers who prefer 'American' cuisine AND have a 'Medium' budget.  </vt:lpstr>
      <vt:lpstr>List restaurants (Name, City) that have received a Food_Rating lower than the average Food_Rating across all rated restaurants.  </vt:lpstr>
      <vt:lpstr>Find consumers (Consumer_ID, Age, Occupation) who have rated at least one restaurant but have NOT rated any restaurant that serves 'Italian' cuisine.  </vt:lpstr>
      <vt:lpstr>List restaurants (Name) that have received ratings from consumers older than 30.  </vt:lpstr>
      <vt:lpstr>Find the Consumer_ID and Occupation of consumers whose preferred cuisine is 'Mexican' and who have given an Overall_Rating of 0 to at least one restaurant (any restaurant). </vt:lpstr>
      <vt:lpstr>List the names and cities of restaurants that serve 'Pizzeria' cuisine and are located in a city where at least one 'Student' consumer lives.  </vt:lpstr>
      <vt:lpstr>Find consumers (Consumer_ID, Age) who are 'Social Drinkers' and have rated a restaurant that has 'No' parking.  </vt:lpstr>
      <vt:lpstr>Emphasizing WHERE Clause and Order of Execution</vt:lpstr>
      <vt:lpstr>We want to categorize consumers by an 'Engagement_Score' which is their Age divided by 10 (integer division). List the Consumer_ID, Age, and this calculated Engagement_Score, but only for consumers whose Engagement_Score would be exactly 2 and who use 'Public' transportation.  </vt:lpstr>
      <vt:lpstr>For each restaurant, calculate its average Overall_Rating. Then, list the restaurant Name, City, and its calculated average Overall_Rating, but only for restaurants located in 'Cuernavaca' AND whose calculated average Overall_Rating is greater than 1.0. </vt:lpstr>
      <vt:lpstr>Find consumers (Consumer_ID, Age) who are 'Married' and whose Food_Rating for any restaurant is equal to their Service_Rating for that same restaurant, but only consider ratings where the Overall_Rating was 2. </vt:lpstr>
      <vt:lpstr>List Consumer_ID, Age, and the Name of any restaurant they rated, but only for consumers who are 'Employed' and have given a Food_Rating of 0 to at least one restaurant located in 'Ciudad Victoria’.  </vt:lpstr>
      <vt:lpstr>Derived Tables, CTEs, Window Functions</vt:lpstr>
      <vt:lpstr>For each Occupation, find the average age of consumers. Only consider consumers who have made at least one rating. (Use a derived table to get consumers who have rated).  </vt:lpstr>
      <vt:lpstr>Using a CTE to get all ratings for restaurants in 'Cuernavaca', rank these ratings within each restaurant based on Overall_Rating (highest first). Display Restaurant_ID, Consumer_ID, Overall_Rating, and the RatingRank.  </vt:lpstr>
      <vt:lpstr>For each rating, show the Consumer_ID, Restaurant_ID, Overall_Rating, and also display the average Overall_Rating given by that specific consumer across all their ratings.  </vt:lpstr>
      <vt:lpstr>Final Insights and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M.NAVYA SRI CHOWDARY</cp:lastModifiedBy>
  <cp:revision>1</cp:revision>
  <dcterms:created xsi:type="dcterms:W3CDTF">2021-02-16T05:19:01Z</dcterms:created>
  <dcterms:modified xsi:type="dcterms:W3CDTF">2026-02-01T07:01:09Z</dcterms:modified>
</cp:coreProperties>
</file>